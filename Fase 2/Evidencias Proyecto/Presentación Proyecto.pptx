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BAAD1-2739-3F43-A04F-C14D0B13D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D51AB8-0AEC-1C06-923E-98D1ABCCA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BF3392-8510-73E0-2A71-11724924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56729-6038-4C3B-ABA0-5F343ED5B4C7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E30FC2-0498-81EC-00D5-9FA7999E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540D6-3A8A-4F28-A106-7DF1B964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0C36-5222-47A9-B673-F4D278916E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4482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D71AC-445D-1F36-8F38-9EADB203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9F7D5E-711F-19F4-481A-1769B9C71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DBA8FA-5803-1E0E-A268-33E4568CD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56729-6038-4C3B-ABA0-5F343ED5B4C7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FE6DA1-590C-6241-9F0A-31EFFCC2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99A299-EB24-E080-28CA-EA2182FE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0C36-5222-47A9-B673-F4D278916E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7782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FCB94-AEE5-E49A-BE2B-2B49F79D5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DBF392-80F8-15E0-A5D3-D1C91EF28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FC2BA-C81F-64CC-3C69-750CA998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56729-6038-4C3B-ABA0-5F343ED5B4C7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39B280-D438-9E96-4944-BCF9CB05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0B6606-AC62-DDF8-D265-2CC443D0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0C36-5222-47A9-B673-F4D278916E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525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59DB1-5036-B319-6C60-30B093EDE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071A18-D658-EE4A-DEBE-D6809C7CF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1FDF86-0796-1038-3F14-A72DD058D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F2ADBA-D917-FB08-1F3D-4335DFC3D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56729-6038-4C3B-ABA0-5F343ED5B4C7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A1CC32-DA83-74D6-8664-1E3D8C718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9A935D-F229-7680-5D31-4A63E5DD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0C36-5222-47A9-B673-F4D278916E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2847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6CF6A-8BE3-0837-0788-80DB3DCD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874B52-C69D-2A18-E486-8CD92324E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D00A1B-6746-7D91-2B60-BC4D57C9F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9A3A88-9430-7564-F654-91745FAC6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B49901F-6BE6-8811-8A7F-9E498837D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4848838-B8F9-FBDA-1F35-88E450A18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56729-6038-4C3B-ABA0-5F343ED5B4C7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0A6543C-FFE3-24C9-E1E9-95CD3192A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23575E-2304-DDAA-3409-9540A74E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0C36-5222-47A9-B673-F4D278916E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183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F7F02-3AFF-BF30-B559-EC7B44E4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37BBE0-B4A1-9288-01E1-C2A0B263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56729-6038-4C3B-ABA0-5F343ED5B4C7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76F6F5-2C1B-A7F7-9646-798BD69C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974FEE-5790-F0CF-D075-08FE7792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0C36-5222-47A9-B673-F4D278916E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932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D499BC2-E8F1-8916-DD94-262DECDA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56729-6038-4C3B-ABA0-5F343ED5B4C7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1BA449-A0E6-9D02-B1D2-BA70C43E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06977E-62B6-8DC8-3268-3975284C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0C36-5222-47A9-B673-F4D278916E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991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A80A3-A471-DD0F-66F2-CA645CDC4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7CDFA5-7C9D-08A6-621E-AC4C22B90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980B82-EE81-7A3C-9D23-41A9CD3A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7DCDB8-813E-530F-9CD4-9DA75CA2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56729-6038-4C3B-ABA0-5F343ED5B4C7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791E7D-9A1C-A2A2-0046-EBD02320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5BE67D-2895-BB42-BEBB-E40452CD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0C36-5222-47A9-B673-F4D278916E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199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BF5B5-5F41-7F5A-03E0-0E612D83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59CD46E-DA63-7DF3-6B9A-210CC6A0C15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977350-6B63-9F9D-3D39-CAE336117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803554-ECBD-C7CC-7C93-798D5563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56729-6038-4C3B-ABA0-5F343ED5B4C7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7061E9-B8C5-762A-7F23-AB944E9C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74AC2C-EAA0-94F4-D875-3DC536E7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0C36-5222-47A9-B673-F4D278916E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735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10AF9-ED6F-BD15-7F9E-867F5F959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5BC5BA-CD1E-B9B2-206B-7C8D42888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DF9E0F-CF8E-0309-CEC5-296FD781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56729-6038-4C3B-ABA0-5F343ED5B4C7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18E62F-F4F2-4230-7872-492BFA0D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6236AF-21BD-E33E-72E7-4B410709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0C36-5222-47A9-B673-F4D278916E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2687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8CC5DF-2A24-7696-5908-96A2154CE3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0A4D2C-E43D-6E39-23F0-4979195D2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87C317-78D0-4D3B-6F53-CDACE00AF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56729-6038-4C3B-ABA0-5F343ED5B4C7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CF628D-69E7-AD11-1197-9EAF6B974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D03843-1556-6D6A-E9CA-66762F27A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0C36-5222-47A9-B673-F4D278916E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854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BB4B15-6123-480C-6CF0-506807C1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782A99-8B17-827C-1266-A523FE595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C5C0B0-6DC5-62CB-66CE-84C09D126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56729-6038-4C3B-ABA0-5F343ED5B4C7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CA11A0-FDC2-1BF5-BF82-41EFAE58A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F4DAD1-FE81-71B4-5B5C-6E208677C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10C36-5222-47A9-B673-F4D278916E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9895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dearing-kitsune-33d17b.netlify.app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9BC3DEE-F132-E9B2-CD2C-214BF6040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07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1057A-C36D-AF1C-39EA-12DC61DF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50D118-8CF3-B41C-C1C1-C64A50376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84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DB6E985-A2C5-4564-FDBC-CF7CB6ADA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73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D537A-66D4-7C03-5E49-15207754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D46EB6-CE6F-840A-EF3F-D8A259B0B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4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C3919-886D-377C-3E20-0AAA3C7C0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85F81FE-F4B8-D2F2-534D-B89DED4CD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09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7A489-36D2-6EFE-DC9F-5C649979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90F415E-2B0C-D35A-46EB-5C791513A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93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597D7-56F6-406A-EE5B-8786AF289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C65DDCA-E54E-2E76-CA90-B489B4FBE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18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664A5-4644-989D-C76D-425D85B53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1AC99B-5C23-C906-146D-5C9166F79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13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F5A8-8139-555A-E454-7119C673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A36E990-5084-3E7A-A04A-5FC0BB998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48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C7CCF-7F98-41A1-B5A8-986A668FC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12DFC3D-6078-148D-AE22-0D1FFBB43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12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495A-29E0-3AF0-AF5F-B8F049F7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2E4E75-695C-BBB5-8E13-BDE493439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57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CB2-961A-AF90-9A8E-FD36E01C0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B72ABF-ADF0-9CEC-0B04-C5766A4A8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07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D44D-6160-6B82-D4EF-D29692F9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76FD2E-402A-ACE8-E05A-315205F9E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55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01EA2-8587-22BD-894A-7A831484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B249D12-B1AA-45E5-3931-B84D690A7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61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17E7-7A1C-D77E-52F2-DA133AB50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754BF79-8217-A867-8E2D-32804181E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9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FF8E-C5F1-2CDE-AB76-9B2FF67A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491F45-29C5-5FBB-DFB2-A8A581CFF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69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F42AE-ABE1-7BE6-C722-E40446433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DAF986-2E08-FD90-6A22-57B7A9532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4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BDC6F-41C6-2596-18F0-243C2702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DDAB1D4-D828-D66B-3A5E-A3CD1B742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18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DEECA-4086-D6CB-7948-426BC474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BF727B2-AE0A-1AF7-B1DD-639990F37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43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35810-D3FD-D927-4C51-52A7DFD41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3632FDC-C6F0-9F05-934E-54AAC69C2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187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59F72-454B-5EE9-CA28-6A2CBCAEA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AC398FD-7245-C97E-76E5-B2475A443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633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58F73-DCE6-7BE1-7B3C-FEE6ADB2F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7C21E14-B04A-A886-4C28-114411878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601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F2849-CB79-157D-29B7-F56EE268D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2F02BF7-1906-DAD5-49E7-2DC9A753F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02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1BC2C-F456-AE6C-3608-A850A2DA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09CD8F3-70E1-EC0B-E6E7-A305C7DA2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29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4FA6-001E-F548-5DD6-A9A757F7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4035CB-07FE-5DE8-3328-A47100F7A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768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0193-09D0-ECE9-E4A9-0675CD96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A7B804C-6E34-72E0-22CC-A4F785865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01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0CAD5-203A-C47F-B16A-D8C2E1268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28880DA-323A-70E1-AD03-CC7A34C4E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4F4E91E-B52D-2DDE-A09E-52FA08618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467" y="3325883"/>
            <a:ext cx="5038557" cy="80973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3EBF01E-D56B-A545-E3FB-BFD0BEFC7670}"/>
              </a:ext>
            </a:extLst>
          </p:cNvPr>
          <p:cNvSpPr txBox="1"/>
          <p:nvPr/>
        </p:nvSpPr>
        <p:spPr>
          <a:xfrm>
            <a:off x="3044952" y="3325883"/>
            <a:ext cx="51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Demostración Incremento</a:t>
            </a: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4180369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63F3-D546-3B14-E4C9-5E7B6D18B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BA6D4A-1C17-D32D-4822-66BF5C8BF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9968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9A1DE-E7F9-62D8-0FEB-4E9A7FC9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0F69C8E-3DCA-8474-E787-38FBF92CD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23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</Words>
  <Application>Microsoft Office PowerPoint</Application>
  <PresentationFormat>Panorámica</PresentationFormat>
  <Paragraphs>1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PATRICIO ROSALES ROMERO</dc:creator>
  <cp:lastModifiedBy>MATIAS PATRICIO ROSALES ROMERO</cp:lastModifiedBy>
  <cp:revision>2</cp:revision>
  <dcterms:created xsi:type="dcterms:W3CDTF">2026-10-19T23:20:24Z</dcterms:created>
  <dcterms:modified xsi:type="dcterms:W3CDTF">2026-10-19T23:28:04Z</dcterms:modified>
</cp:coreProperties>
</file>